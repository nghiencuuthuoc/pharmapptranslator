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basis: user-provided translator_docs_book_v5.py (CLI options, OCR modes, output artifacts, runtime behavior).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EC8"/>
          </a:solidFill>
          <a:ln w="12700">
            <a:solidFill>
              <a:srgbClr val="2F6E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Hướng dẫn khách hàng cuối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translator_docs_book_v5.exe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0934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cách chạy, preset quan trọng, đầu ra cần kiểm tra và checklist xử lý sự cố.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40080" y="27614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Bộ tài liệu dành cho khách hàng cuối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Phù hợp cho PDF, Word, PowerPoint, Excel, ebook và các lô tài liệu hỗn hợp.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621792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translator_docs_book_v5_guides/assets/hero.png">    </p:cNvPr>
          <p:cNvPicPr>
            <a:picLocks noChangeAspect="1"/>
          </p:cNvPicPr>
          <p:nvPr/>
        </p:nvPicPr>
        <p:blipFill>
          <a:blip r:embed="rId1"/>
          <a:srcRect l="3610" r="3610" t="0" b="0"/>
          <a:stretch/>
        </p:blipFill>
        <p:spPr>
          <a:xfrm>
            <a:off x="5925312" y="694944"/>
            <a:ext cx="5522976" cy="3968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041648"/>
            <a:ext cx="2331720" cy="512064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187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· OCR · Logs · QA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translator_docs_book_v5.exe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LỆNH CỐT LÕI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Khởi động nhanh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PowerShell trong thư mục chứa file EXE và gọi bằng .\translator_docs_book_v5.exe.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Truyền một file hoặc một thư mục đầu vào bằng input_path.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Luôn chỉ định thư mục kết quả bằng --out.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--ocr auto khi chưa chắc PDF là text hay scan.</a:t>
            </a:r>
            <a:pPr indent="0" marL="0">
              <a:buNone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thử với --max-files 3 trước khi chạy toàn bộ lô lớn.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5943600" y="12344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a_digital_illustration_in_a_flat_modern_style_dep.png">    </p:cNvPr>
          <p:cNvPicPr>
            <a:picLocks noChangeAspect="1"/>
          </p:cNvPicPr>
          <p:nvPr/>
        </p:nvPicPr>
        <p:blipFill>
          <a:blip r:embed="rId1"/>
          <a:srcRect l="7952" r="7952" t="0" b="0"/>
          <a:stretch/>
        </p:blipFill>
        <p:spPr>
          <a:xfrm>
            <a:off x="6016752" y="1307592"/>
            <a:ext cx="5294376" cy="41970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 lệnh: .\translator_docs_book_v5.exe "D:\Input" --out "D:\Output" --ocr auto --source-lang auto --target-lang vi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TRƯỜNG HỢP PHỔ BIẾN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 và preset thường dùng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cụ xử lý tốt các lô tài liệu hỗn hợp như PDF, DOCX, PPTX, XLSX, EPUB, HTML, Markdown, TXT và nhiều định dạng phụ trợ khác.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58368" y="2267712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Preset nên nhớ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PDF scan tiếng Trung → --ocr all --ocr-lang chi_sim+eng --source-lang zh-CN --target-lang vi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PDF scan tiếng Nhật → --ocr all --ocr-lang jpn+eng --source-lang ja --target-lang en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Bộ Word / PowerPoint / Excel nội bộ → --ocr off hoặc --ocr auto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Chạy thử nhanh → --max-files 3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80176" y="12344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mnt/data/translator_docs_book_v5_guides/assets/formats.png">    </p:cNvPr>
          <p:cNvPicPr>
            <a:picLocks noChangeAspect="1"/>
          </p:cNvPicPr>
          <p:nvPr/>
        </p:nvPicPr>
        <p:blipFill>
          <a:blip r:embed="rId1"/>
          <a:srcRect l="8764" r="8764" t="0" b="0"/>
          <a:stretch/>
        </p:blipFill>
        <p:spPr>
          <a:xfrm>
            <a:off x="6053328" y="1307592"/>
            <a:ext cx="5248656" cy="4242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--list-supported-formats để in danh sách đuôi file được hỗ trợ.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CẦN KIỂM TRA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Gói đầu ra sau khi chạy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kiểm tra bốn nhóm file sau: batch_summary.json để xem tổng quan, translation_report.json để xem chi tiết tài liệu, translation_log.csv để rà lỗi, và bilingual.md để đọc thử chất lượng bản dịch.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Cấu trúc thường gặp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01_source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02_extracted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03_translation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04_indexes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08_logs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09_reports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manifest.json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batch_summary.json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80176" y="12344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mnt/data/translator_docs_book_v5_guides/assets/output.png">    </p:cNvPr>
          <p:cNvPicPr>
            <a:picLocks noChangeAspect="1"/>
          </p:cNvPicPr>
          <p:nvPr/>
        </p:nvPicPr>
        <p:blipFill>
          <a:blip r:embed="rId1"/>
          <a:srcRect l="8764" r="8764" t="0" b="0"/>
          <a:stretch/>
        </p:blipFill>
        <p:spPr>
          <a:xfrm>
            <a:off x="6053328" y="1307592"/>
            <a:ext cx="5248656" cy="4242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Giữ log và index bật để dễ QA, truy vết và hỗ trợ sau triển khai.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CÓ LỖI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6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Xử lý sự cố và checklist hỗ trợ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10972800" cy="0"/>
          </a:xfrm>
          <a:prstGeom prst="line">
            <a:avLst/>
          </a:prstGeom>
          <a:noFill/>
          <a:ln w="12700">
            <a:solidFill>
              <a:srgbClr val="D8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5166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PowerShell không nhận lệnh, hãy thêm .\ trước tên file EXE.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OCR ít hoặc rỗng, kiểm tra Tesseract và thử --show-tesseract-info hoặc --ocr all.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tài liệu bị skip, cân nhắc --overwrite-translation và --no-skip-existing.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chỉ muốn thử lại phần lỗi, dùng --retranslate-errors-only.</a:t>
            </a:r>
            <a:pPr indent="0" marL="0">
              <a:buNone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60" dirty="0"/>
          </a:p>
          <a:p>
            <a:pPr marL="177800" indent="-177800">
              <a:buSzPct val="100000"/>
              <a:buChar char="•"/>
            </a:pPr>
            <a:r>
              <a:rPr lang="en-US" sz="1560" dirty="0">
                <a:solidFill>
                  <a:srgbClr val="2736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gửi hỗ trợ, hãy đính kèm command đã chạy, batch_summary.json, translation_report.json và translation_log.csv.</a:t>
            </a:r>
            <a:endParaRPr lang="en-US" sz="1560" dirty="0"/>
          </a:p>
        </p:txBody>
      </p:sp>
      <p:sp>
        <p:nvSpPr>
          <p:cNvPr id="6" name="Shape 4"/>
          <p:cNvSpPr/>
          <p:nvPr/>
        </p:nvSpPr>
        <p:spPr>
          <a:xfrm>
            <a:off x="5980176" y="1234440"/>
            <a:ext cx="5394960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mnt/data/translator_docs_book_v5_guides/assets/troubleshoot.png">    </p:cNvPr>
          <p:cNvPicPr>
            <a:picLocks noChangeAspect="1"/>
          </p:cNvPicPr>
          <p:nvPr/>
        </p:nvPicPr>
        <p:blipFill>
          <a:blip r:embed="rId1"/>
          <a:srcRect l="8941" r="8941" t="0" b="0"/>
          <a:stretch/>
        </p:blipFill>
        <p:spPr>
          <a:xfrm>
            <a:off x="6053328" y="1307592"/>
            <a:ext cx="5248656" cy="4261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4739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Khuyến nghị: luôn chạy pilot nhỏ trước khi xử lý lô lớn.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khách hàng cuối
translator_docs_book_v5.exe</dc:title>
  <dc:subject>Hướng dẫn khách hàng cuối
translator_docs_book_v5.exe</dc:subject>
  <dc:creator>OpenAI</dc:creator>
  <cp:lastModifiedBy>OpenAI</cp:lastModifiedBy>
  <cp:revision>1</cp:revision>
  <dcterms:created xsi:type="dcterms:W3CDTF">2026-03-14T12:22:02Z</dcterms:created>
  <dcterms:modified xsi:type="dcterms:W3CDTF">2026-03-14T12:22:02Z</dcterms:modified>
</cp:coreProperties>
</file>