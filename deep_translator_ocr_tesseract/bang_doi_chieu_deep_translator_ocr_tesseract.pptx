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[1] deep-translator documentation, “Usage / Check Supported Languages” — https://deep-translator.readthedocs.io/en/latest/usage.html
[2] nidhaloff/deep-translator, deep_translator/constants.py (GOOGLE_LANGUAGES_TO_CODES) — https://raw.githubusercontent.com/nidhaloff/deep-translator/master/deep_translator/constants.py
[3] Tesseract documentation, “Languages/Scripts supported in different versions of Tesseract” — https://tesseract-ocr.github.io/tessdoc/Data-Files-in-different-versions.html
[4] Tesseract OCR README (100+ languages out of the box) — https://raw.githubusercontent.com/tesseract-ocr/tesseract/main/README.md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19088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64808"/>
            <a:ext cx="11365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• www.nghiencuuthuoc.com • Zalo: +84888999311 • www.pharmapp.dev</a:t>
            </a:r>
            <a:endParaRPr lang="en-US" sz="74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25880"/>
            <a:ext cx="10744200" cy="1225296"/>
          </a:xfrm>
          <a:prstGeom prst="rect">
            <a:avLst/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09344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đối chiếu ký hiệu ngôn ngữ: deep_translator ↔ OCR/Tesseract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1097280" y="28163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giao cắt ký hiệu ngôn ngữ giữa GoogleTranslator (deep_translator) và OCR/Tesseract.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194560" y="32461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đầu bảng: EN, VI, JA, ZH-CN, ZH-TW, KO, FR, DE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31720" y="3703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Xuất đồng bộ: PDF, MD, TXT, DOCX, PPTX, HTML, EPUB</a:t>
            </a:r>
            <a:endParaRPr lang="en-US" sz="11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 biên soạn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nguồn và quy tắc loại trừ để tránh nhầm mã OCR với mã dịch.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4595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1031443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Bảng chính chỉ giữ phần giao cắt giữa GoogleTranslator của deep_translator và các gói ngôn ngữ hiện hành của Tesseract 4/5.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59152"/>
            <a:ext cx="1031443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Các dòng không phải ngôn ngữ hoặc mô-đun phụ trợ như equ, osd bị loại khỏi bảng chính.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145536"/>
            <a:ext cx="1031443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Các dòng lịch sử như *_old, English Middle, French Middle, Greek Ancient bị loại khỏi bảng chính.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1031443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Một số deep code lặp lại vì Tesseract có biến thể OCR riêng: aze/aze_cyrl, srp/srp_latn, uzb/uzb_cyrl, kor/kor_vert, deu/deu_latf.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718304"/>
            <a:ext cx="1031443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“G20” không phải là mã ngôn ngữ; hàng ưu tiên đầu bảng được chuẩn hóa thành English, Vietnamese, Japanese, Chinese Simplified, Chinese Traditional, Korean, French, German.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chính (1/8)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cột được giữ đúng yêu cầu: STT, ký hiệu deep_translator, ký hiệu OCR/Tesseract.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86868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1527048" y="1161288"/>
            <a:ext cx="356616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deep_translator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093208" y="1161288"/>
            <a:ext cx="598932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OCR/Tesseract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147218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527048" y="147218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093208" y="147218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527048" y="178308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93208" y="178308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8368" y="209397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527048" y="209397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093208" y="209397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58368" y="2404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527048" y="240487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zh-CN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93208" y="240487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chi_sim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8368" y="271576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527048" y="271576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zh-TW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93208" y="271576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chi_tra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8368" y="302666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527048" y="302666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093208" y="302666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58368" y="333756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527048" y="333756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093208" y="333756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58368" y="364845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527048" y="364845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093208" y="364845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58368" y="395935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527048" y="395935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5093208" y="395935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58368" y="427024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1527048" y="427024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5093208" y="427024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658368" y="458114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1527048" y="458114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5093208" y="458114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658368" y="48920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1527048" y="489204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5093208" y="489204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asm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658368" y="520293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1527048" y="520293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5093208" y="520293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658368" y="551383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1527048" y="551383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5093208" y="551383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aze_cyrl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chính (2/8)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theo của bảng chính.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86868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1527048" y="1161288"/>
            <a:ext cx="356616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deep_translator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093208" y="1161288"/>
            <a:ext cx="598932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OCR/Tesseract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147218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527048" y="147218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093208" y="147218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527048" y="178308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93208" y="178308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8368" y="209397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527048" y="209397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093208" y="209397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58368" y="2404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527048" y="240487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93208" y="240487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8368" y="271576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527048" y="271576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93208" y="271576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8368" y="302666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527048" y="302666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ceb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093208" y="302666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ceb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58368" y="333756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527048" y="333756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093208" y="333756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58368" y="364845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527048" y="364845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093208" y="364845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58368" y="395935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527048" y="395935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5093208" y="395935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58368" y="427024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1527048" y="427024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5093208" y="427024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658368" y="458114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1527048" y="458114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5093208" y="458114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deu_latf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658368" y="48920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1527048" y="489204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5093208" y="489204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658368" y="520293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1527048" y="520293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5093208" y="520293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658368" y="551383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1527048" y="551383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5093208" y="551383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chính (3/8)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theo của bảng chính.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86868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1527048" y="1161288"/>
            <a:ext cx="356616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deep_translator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093208" y="1161288"/>
            <a:ext cx="598932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OCR/Tesseract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147218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527048" y="147218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093208" y="147218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527048" y="178308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93208" y="178308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8368" y="209397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527048" y="209397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093208" y="209397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58368" y="2404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527048" y="240487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93208" y="240487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8368" y="271576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527048" y="271576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93208" y="271576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fry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8368" y="302666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527048" y="302666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093208" y="302666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58368" y="333756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527048" y="333756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093208" y="333756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58368" y="364845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527048" y="364845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093208" y="364845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glg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58368" y="395935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527048" y="395935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5093208" y="395935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guj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58368" y="427024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1527048" y="427024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5093208" y="427024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658368" y="458114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1527048" y="458114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5093208" y="458114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hrv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658368" y="48920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1527048" y="489204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5093208" y="489204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658368" y="520293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1527048" y="520293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5093208" y="520293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658368" y="551383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1527048" y="551383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5093208" y="551383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hye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chính (4/8)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theo của bảng chính.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86868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1527048" y="1161288"/>
            <a:ext cx="356616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deep_translator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093208" y="1161288"/>
            <a:ext cx="598932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OCR/Tesseract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147218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527048" y="147218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093208" y="147218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527048" y="178308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93208" y="178308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8368" y="209397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527048" y="209397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093208" y="209397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58368" y="2404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527048" y="240487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iw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93208" y="240487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8368" y="271576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527048" y="271576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93208" y="271576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8368" y="302666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527048" y="302666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093208" y="302666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58368" y="333756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527048" y="333756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093208" y="333756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58368" y="364845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527048" y="364845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093208" y="364845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khm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58368" y="395935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527048" y="395935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5093208" y="395935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58368" y="427024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1527048" y="427024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5093208" y="427024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kor_vert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658368" y="458114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1527048" y="458114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5093208" y="458114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kmr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658368" y="48920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1527048" y="489204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5093208" y="489204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658368" y="520293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1527048" y="520293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5093208" y="520293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658368" y="551383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1527048" y="551383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5093208" y="551383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ltz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chính (5/8)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theo của bảng chính.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86868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1527048" y="1161288"/>
            <a:ext cx="356616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deep_translator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093208" y="1161288"/>
            <a:ext cx="598932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OCR/Tesseract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147218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527048" y="147218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093208" y="147218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527048" y="178308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93208" y="178308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8368" y="209397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527048" y="209397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093208" y="209397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58368" y="2404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527048" y="240487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93208" y="240487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8368" y="271576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527048" y="271576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93208" y="271576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mkd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8368" y="302666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527048" y="302666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093208" y="302666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58368" y="333756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527048" y="333756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093208" y="333756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58368" y="364845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527048" y="364845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093208" y="364845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58368" y="395935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527048" y="395935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5093208" y="395935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58368" y="427024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1527048" y="427024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5093208" y="427024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mlt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658368" y="458114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1527048" y="458114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5093208" y="458114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658368" y="48920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1527048" y="489204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5093208" y="489204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658368" y="520293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1527048" y="520293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5093208" y="520293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nld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658368" y="551383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1527048" y="551383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5093208" y="551383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chính (6/8)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theo của bảng chính.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86868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1527048" y="1161288"/>
            <a:ext cx="356616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deep_translator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093208" y="1161288"/>
            <a:ext cx="598932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OCR/Tesseract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147218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527048" y="147218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093208" y="147218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527048" y="178308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93208" y="178308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8368" y="209397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527048" y="209397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093208" y="209397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58368" y="2404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527048" y="240487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93208" y="240487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8368" y="271576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527048" y="271576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93208" y="271576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8368" y="302666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527048" y="302666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093208" y="302666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58368" y="333756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527048" y="333756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093208" y="333756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58368" y="364845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527048" y="364845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093208" y="364845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58368" y="395935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527048" y="395935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5093208" y="395935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58368" y="427024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1527048" y="427024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5093208" y="427024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snd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658368" y="458114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1527048" y="458114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5093208" y="458114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658368" y="48920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1527048" y="489204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5093208" y="489204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slk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658368" y="520293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1527048" y="520293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5093208" y="520293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slv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658368" y="551383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1527048" y="551383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5093208" y="551383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sqi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chính (7/8)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theo của bảng chính.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86868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1527048" y="1161288"/>
            <a:ext cx="356616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deep_translator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093208" y="1161288"/>
            <a:ext cx="598932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OCR/Tesseract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147218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527048" y="147218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093208" y="147218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srp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527048" y="178308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93208" y="178308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srp_latn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8368" y="209397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527048" y="209397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093208" y="209397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58368" y="2404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527048" y="240487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93208" y="240487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8368" y="271576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527048" y="271576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93208" y="271576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8368" y="302666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527048" y="302666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093208" y="302666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58368" y="333756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527048" y="333756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093208" y="333756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58368" y="364845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527048" y="364845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093208" y="364845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tgk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58368" y="395935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527048" y="395935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5093208" y="395935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58368" y="427024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1527048" y="427024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5093208" y="427024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658368" y="458114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1527048" y="458114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5093208" y="458114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658368" y="489204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1527048" y="489204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5093208" y="489204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658368" y="520293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1527048" y="520293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5093208" y="520293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658368" y="551383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1527048" y="551383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5093208" y="551383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uig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chính (8/8)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theo của bảng chính.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86868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1527048" y="1161288"/>
            <a:ext cx="356616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deep_translator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093208" y="1161288"/>
            <a:ext cx="5989320" cy="310896"/>
          </a:xfrm>
          <a:prstGeom prst="rect">
            <a:avLst/>
          </a:prstGeom>
          <a:solidFill>
            <a:srgbClr val="EAF2FF"/>
          </a:solidFill>
          <a:ln w="7620">
            <a:solidFill>
              <a:srgbClr val="BFDBFE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hiệu OCR/Tesseract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147218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527048" y="147218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093208" y="147218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ukr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527048" y="1783080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93208" y="1783080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urd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8368" y="2093976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527048" y="2093976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093208" y="2093976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uzb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58368" y="2404872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527048" y="2404872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93208" y="2404872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uzb_cyrl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8368" y="2715768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527048" y="2715768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93208" y="2715768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yid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8368" y="3026664"/>
            <a:ext cx="86868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527048" y="3026664"/>
            <a:ext cx="356616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093208" y="3026664"/>
            <a:ext cx="5989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tham khảo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chính thức dùng để dựng bảng mã và quy tắc lọc.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0023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deep-translator documentation, “Usage / Check Supported Languages”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85623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https://deep-translator.readthedocs.io/en/latest/usage.html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nidhaloff/deep-translator, deep_translator/constants.py (GOOGLE_LANGUAGES_TO_CODES)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https://raw.githubusercontent.com/nidhaloff/deep-translator/master/deep_translator/constants.py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68680" y="337413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Tesseract documentation, “Languages/Scripts supported in different versions of Tesseract”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72160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https://tesseract-ocr.github.io/tessdoc/Data-Files-in-different-versions.html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68680" y="430682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Tesseract OCR README (100+ languages out of the box)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654296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https://raw.githubusercontent.com/tesseract-ocr/tesseract/main/README.md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458200" y="57424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biên soạn: 2026-04-08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Bảng đối chiếu ký hiệu ngôn ngữ: deep_translator ↔ OCR/Tesseract</dc:title>
  <dc:subject>Bảng đối chiếu ký hiệu ngôn ngữ: deep_translator ↔ OCR/Tesseract</dc:subject>
  <dc:creator>OpenAI</dc:creator>
  <cp:lastModifiedBy>OpenAI</cp:lastModifiedBy>
  <cp:revision>1</cp:revision>
  <dcterms:created xsi:type="dcterms:W3CDTF">2026-04-08T03:01:10Z</dcterms:created>
  <dcterms:modified xsi:type="dcterms:W3CDTF">2026-04-08T03:01:10Z</dcterms:modified>
</cp:coreProperties>
</file>